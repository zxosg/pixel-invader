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36"/>
    <p:restoredTop sz="94649"/>
  </p:normalViewPr>
  <p:slideViewPr>
    <p:cSldViewPr snapToGrid="0">
      <p:cViewPr>
        <p:scale>
          <a:sx n="163" d="100"/>
          <a:sy n="163" d="100"/>
        </p:scale>
        <p:origin x="584" y="-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86B72-AA87-4F42-9943-294D152D946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EF20C8-36DC-8343-B7A1-45BE7DFD3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83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EF20C8-36DC-8343-B7A1-45BE7DFD3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432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B1759-2DC2-9ECD-AA86-3F12AE29B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A0862-B15D-DDA9-4D0D-22FBD0188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DE644-FAD3-EC95-1F40-B19508BE3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BE35F-888E-6274-19AD-E3C7E344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26861-4D82-ACDC-1548-F5F03AD0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95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A6A72-4103-BC7A-45D8-18873732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424D1-EE56-05DF-6045-EE6F7B1B8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8C19D-34B2-78F4-4773-FB6E540C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D665D-83BF-A7A4-2AB8-68A2F485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3876F-3ACB-1B8E-2D35-86E22887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2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5B4E-B0F1-6DC0-76D2-FCFBAB35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69D52-5D9B-A5E4-AD9B-6365CC3F1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61E2E-87B3-4862-5364-90FD9659A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9DFA9-58E5-B44F-1DE0-4A038BDE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0024-4AAA-6331-606F-6C00E7D1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E4F9-E040-5448-9DEC-C727496CE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CF8DE-F88F-9B49-B7A0-07A8A3F25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C16E3-478F-7ED9-1DD6-362ED2A30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E9328-586A-A7C6-9491-26B36598C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B07441-B81D-4FA5-0959-BE7D671F0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75B12-94E4-357B-8ADD-905D3D00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30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C551-DA9D-3BBD-E783-82FFD311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324EB-E7F6-ADFC-754C-D2EF53298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2826B-0FDC-6EA5-5B9E-257F3A45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F6CAB7-958A-07E0-9681-64916E4EF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59845-AE08-3ADF-E279-AF9EBCBE4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F64D9-7712-1C1F-A765-468125AA3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CFF6A-9467-C09E-AC4A-01236061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299B4-692B-D093-3514-BDDC0367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36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223CF-9097-F2F6-8A1B-F00FD4662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9ED46D-93F3-631C-2D2E-C0493CBC9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9B8867-B629-4280-9DF3-5BB6CC68D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99247-7253-12FD-846D-4B17018D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3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FE12F-1682-3D58-AF27-72369C58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253F5-B6ED-1AEA-F7F7-9D42AD64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168ADF-E4A6-667C-9260-89974BAA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375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D5FF-9F15-82A3-A5C5-26C2FA02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40D40-43AC-6EFC-9BB4-CCF61400C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FDC2A-929D-EEE0-64C7-EEAFED41E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76A8C-ACA9-4EEF-A1F1-65F37A6EC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B7616B-91C8-095B-3B68-677F7CC1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3989B-0FD6-C951-39D5-BB8DEFF0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6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E91D4-14C7-6C2D-6E0A-291F65AC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65349-3E2A-0D64-5503-F8908E479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0C294-EB9C-335F-764D-F8823F8F5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45952-E78C-97FE-F8A7-476088D8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EE927-7BCF-5E80-C94A-CC0D0876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425DD-E80D-7EFF-C360-B8BBE26D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08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EEF1-8D64-9E3E-79B1-B1B360349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FAEDDB-12DE-CFD0-2FA9-239659A63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26F0E-68AA-6ADC-7AF1-0F8A7F88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5E2A5-C078-CB1E-8E74-F1C288B7D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DA75-671E-BCC5-3EC2-79DEA39E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73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33A562-2931-A3B2-1D8E-5D6A0EE3F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32FE1-ED4F-B490-F4DA-79495C332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96FD9-7B22-8CD4-338C-823BE44D7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449B8-A449-F123-46A4-0A0F599D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4DDB9-FDAF-F5A3-C192-9D73ED99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7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426A97-348A-2F1E-65D4-3D4A44A5A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5A8FF-A311-2B04-DBAF-5FF0BC188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CD51D-0ED3-3C66-A090-6F25291C10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97556-6F1D-5547-9C3F-E0191E4AF7F3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F318D-B0ED-FAEC-4ABE-6FFD879D2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062A1-3C34-E9E4-D04B-47D0663AD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256B1-B8B0-5F48-A495-D392D94A7C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11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D3A9896A-824C-776B-8EE0-08888D783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717200"/>
              </p:ext>
            </p:extLst>
          </p:nvPr>
        </p:nvGraphicFramePr>
        <p:xfrm>
          <a:off x="125462" y="751875"/>
          <a:ext cx="10942554" cy="355277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471277">
                  <a:extLst>
                    <a:ext uri="{9D8B030D-6E8A-4147-A177-3AD203B41FA5}">
                      <a16:colId xmlns:a16="http://schemas.microsoft.com/office/drawing/2014/main" val="3491959434"/>
                    </a:ext>
                  </a:extLst>
                </a:gridCol>
                <a:gridCol w="5471277">
                  <a:extLst>
                    <a:ext uri="{9D8B030D-6E8A-4147-A177-3AD203B41FA5}">
                      <a16:colId xmlns:a16="http://schemas.microsoft.com/office/drawing/2014/main" val="1444839333"/>
                    </a:ext>
                  </a:extLst>
                </a:gridCol>
              </a:tblGrid>
              <a:tr h="355277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7454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2C4EC37-2690-6D3F-CDC7-ABB9E5D270B8}"/>
              </a:ext>
            </a:extLst>
          </p:cNvPr>
          <p:cNvSpPr txBox="1"/>
          <p:nvPr/>
        </p:nvSpPr>
        <p:spPr>
          <a:xfrm>
            <a:off x="0" y="0"/>
            <a:ext cx="4596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Retro Converter (build: 2607.23.2220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21D2EB-1A2D-039B-D21C-CDD6FDE0529A}"/>
              </a:ext>
            </a:extLst>
          </p:cNvPr>
          <p:cNvSpPr/>
          <p:nvPr/>
        </p:nvSpPr>
        <p:spPr>
          <a:xfrm>
            <a:off x="252408" y="825147"/>
            <a:ext cx="4344306" cy="334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9DBA0C3-F5C3-098C-0684-C713AD096DC9}"/>
              </a:ext>
            </a:extLst>
          </p:cNvPr>
          <p:cNvSpPr/>
          <p:nvPr/>
        </p:nvSpPr>
        <p:spPr>
          <a:xfrm>
            <a:off x="11034583" y="120724"/>
            <a:ext cx="1000897" cy="26089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Open Image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1B33D87-5941-601B-EACC-F76C011AAE0E}"/>
              </a:ext>
            </a:extLst>
          </p:cNvPr>
          <p:cNvSpPr/>
          <p:nvPr/>
        </p:nvSpPr>
        <p:spPr>
          <a:xfrm>
            <a:off x="9823623" y="6501742"/>
            <a:ext cx="1000897" cy="27328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Open Project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A2A70F-64BB-C642-DA3C-55E6BEC7AD46}"/>
              </a:ext>
            </a:extLst>
          </p:cNvPr>
          <p:cNvSpPr/>
          <p:nvPr/>
        </p:nvSpPr>
        <p:spPr>
          <a:xfrm>
            <a:off x="5044703" y="1442946"/>
            <a:ext cx="148281" cy="16266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1BBA261-D514-16DC-CD20-4284D3FF0521}"/>
              </a:ext>
            </a:extLst>
          </p:cNvPr>
          <p:cNvSpPr/>
          <p:nvPr/>
        </p:nvSpPr>
        <p:spPr>
          <a:xfrm>
            <a:off x="4939670" y="1333104"/>
            <a:ext cx="364526" cy="370703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Zoom in with solid fill">
            <a:extLst>
              <a:ext uri="{FF2B5EF4-FFF2-40B4-BE49-F238E27FC236}">
                <a16:creationId xmlns:a16="http://schemas.microsoft.com/office/drawing/2014/main" id="{19F9CD36-746D-5401-EB36-A10C2F0EC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9670" y="3140975"/>
            <a:ext cx="381690" cy="381690"/>
          </a:xfrm>
          <a:prstGeom prst="rect">
            <a:avLst/>
          </a:prstGeom>
        </p:spPr>
      </p:pic>
      <p:pic>
        <p:nvPicPr>
          <p:cNvPr id="20" name="Graphic 19" descr="Zoom out with solid fill">
            <a:extLst>
              <a:ext uri="{FF2B5EF4-FFF2-40B4-BE49-F238E27FC236}">
                <a16:creationId xmlns:a16="http://schemas.microsoft.com/office/drawing/2014/main" id="{101A839B-06E7-4DF2-5FD7-1C451C28F4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68959" y="896493"/>
            <a:ext cx="381690" cy="38169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75E4D82-0F86-4280-5CD8-6F32CEF27C25}"/>
              </a:ext>
            </a:extLst>
          </p:cNvPr>
          <p:cNvSpPr txBox="1"/>
          <p:nvPr/>
        </p:nvSpPr>
        <p:spPr>
          <a:xfrm>
            <a:off x="0" y="340355"/>
            <a:ext cx="877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Profile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338B40-CA1B-D26B-7EF7-BE192DE15F11}"/>
              </a:ext>
            </a:extLst>
          </p:cNvPr>
          <p:cNvSpPr txBox="1"/>
          <p:nvPr/>
        </p:nvSpPr>
        <p:spPr>
          <a:xfrm>
            <a:off x="576649" y="325289"/>
            <a:ext cx="2949146" cy="2769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ZX Spectrum</a:t>
            </a: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98E14F3A-DF6C-17E9-B93F-464613581667}"/>
              </a:ext>
            </a:extLst>
          </p:cNvPr>
          <p:cNvSpPr/>
          <p:nvPr/>
        </p:nvSpPr>
        <p:spPr>
          <a:xfrm flipV="1">
            <a:off x="3175109" y="378875"/>
            <a:ext cx="275968" cy="16103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D73EA2A-4AAA-C51D-4913-CC3991E007A9}"/>
              </a:ext>
            </a:extLst>
          </p:cNvPr>
          <p:cNvSpPr/>
          <p:nvPr/>
        </p:nvSpPr>
        <p:spPr>
          <a:xfrm>
            <a:off x="6849389" y="369332"/>
            <a:ext cx="1000897" cy="260897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Import Profile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64333CA-8077-9C8A-0949-2E14C5C521F9}"/>
              </a:ext>
            </a:extLst>
          </p:cNvPr>
          <p:cNvSpPr/>
          <p:nvPr/>
        </p:nvSpPr>
        <p:spPr>
          <a:xfrm>
            <a:off x="8043514" y="359650"/>
            <a:ext cx="1000897" cy="260897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Delete Profile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8C0EF3-04F9-D3C8-3DBC-AB3589C1EC38}"/>
              </a:ext>
            </a:extLst>
          </p:cNvPr>
          <p:cNvSpPr txBox="1"/>
          <p:nvPr/>
        </p:nvSpPr>
        <p:spPr>
          <a:xfrm>
            <a:off x="3630454" y="340355"/>
            <a:ext cx="877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Preset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18CBB5-90F5-134A-EAD6-2B0BAE758D9D}"/>
              </a:ext>
            </a:extLst>
          </p:cNvPr>
          <p:cNvSpPr txBox="1"/>
          <p:nvPr/>
        </p:nvSpPr>
        <p:spPr>
          <a:xfrm>
            <a:off x="4225265" y="325289"/>
            <a:ext cx="1721130" cy="276999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Ordered, Balanced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BCECA470-B8A8-D239-A179-10C5C951F693}"/>
              </a:ext>
            </a:extLst>
          </p:cNvPr>
          <p:cNvSpPr/>
          <p:nvPr/>
        </p:nvSpPr>
        <p:spPr>
          <a:xfrm flipV="1">
            <a:off x="5644978" y="376516"/>
            <a:ext cx="275968" cy="161033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D6442DD-C6B9-4029-1B8A-E3C16BDF3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0941950"/>
              </p:ext>
            </p:extLst>
          </p:nvPr>
        </p:nvGraphicFramePr>
        <p:xfrm>
          <a:off x="188995" y="4702159"/>
          <a:ext cx="11827260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204">
                  <a:extLst>
                    <a:ext uri="{9D8B030D-6E8A-4147-A177-3AD203B41FA5}">
                      <a16:colId xmlns:a16="http://schemas.microsoft.com/office/drawing/2014/main" val="1299853059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54359097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3644987359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4120741577"/>
                    </a:ext>
                  </a:extLst>
                </a:gridCol>
                <a:gridCol w="1478407">
                  <a:extLst>
                    <a:ext uri="{9D8B030D-6E8A-4147-A177-3AD203B41FA5}">
                      <a16:colId xmlns:a16="http://schemas.microsoft.com/office/drawing/2014/main" val="36864191"/>
                    </a:ext>
                  </a:extLst>
                </a:gridCol>
                <a:gridCol w="1478407">
                  <a:extLst>
                    <a:ext uri="{9D8B030D-6E8A-4147-A177-3AD203B41FA5}">
                      <a16:colId xmlns:a16="http://schemas.microsoft.com/office/drawing/2014/main" val="2745861233"/>
                    </a:ext>
                  </a:extLst>
                </a:gridCol>
                <a:gridCol w="1478407">
                  <a:extLst>
                    <a:ext uri="{9D8B030D-6E8A-4147-A177-3AD203B41FA5}">
                      <a16:colId xmlns:a16="http://schemas.microsoft.com/office/drawing/2014/main" val="3757743915"/>
                    </a:ext>
                  </a:extLst>
                </a:gridCol>
                <a:gridCol w="1478407">
                  <a:extLst>
                    <a:ext uri="{9D8B030D-6E8A-4147-A177-3AD203B41FA5}">
                      <a16:colId xmlns:a16="http://schemas.microsoft.com/office/drawing/2014/main" val="538140475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614958748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2394933537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321699150"/>
                    </a:ext>
                  </a:extLst>
                </a:gridCol>
                <a:gridCol w="739204">
                  <a:extLst>
                    <a:ext uri="{9D8B030D-6E8A-4147-A177-3AD203B41FA5}">
                      <a16:colId xmlns:a16="http://schemas.microsoft.com/office/drawing/2014/main" val="2183905021"/>
                    </a:ext>
                  </a:extLst>
                </a:gridCol>
              </a:tblGrid>
              <a:tr h="128406">
                <a:tc gridSpan="4">
                  <a:txBody>
                    <a:bodyPr/>
                    <a:lstStyle/>
                    <a:p>
                      <a:r>
                        <a:rPr lang="en-US" sz="1400" dirty="0"/>
                        <a:t>Image Geometry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Image Adjustments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Dithering Options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1400" dirty="0"/>
                        <a:t>Color Options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755413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Resampling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Bilinear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Brightness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Contrast</a:t>
                      </a:r>
                    </a:p>
                  </a:txBody>
                  <a:tcPr marL="45720" marR="45720"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Advanced Conversion Engines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5720" marR="45720"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Attribute Size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Bright Mode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4130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Mirror X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Mirror Y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Saturation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Gamma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Dithering Method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Matrix / Method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Black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Red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Magenta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242598652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Framing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200" dirty="0"/>
                        <a:t>Rotation</a:t>
                      </a: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Smoothen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Sharpen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Dithering Amount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Green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Cyan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Yellow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White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951883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Width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Height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Line Suppression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Error Randomization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810517513"/>
                  </a:ext>
                </a:extLst>
              </a:tr>
            </a:tbl>
          </a:graphicData>
        </a:graphic>
      </p:graphicFrame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0E95A97-BC47-E615-D12B-B60F53FC67F4}"/>
              </a:ext>
            </a:extLst>
          </p:cNvPr>
          <p:cNvSpPr/>
          <p:nvPr/>
        </p:nvSpPr>
        <p:spPr>
          <a:xfrm>
            <a:off x="125464" y="6483382"/>
            <a:ext cx="1000897" cy="27328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Convert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37905413-07F6-7DC9-DFEB-9E0FA21B9D82}"/>
              </a:ext>
            </a:extLst>
          </p:cNvPr>
          <p:cNvSpPr/>
          <p:nvPr/>
        </p:nvSpPr>
        <p:spPr>
          <a:xfrm>
            <a:off x="2706532" y="6488556"/>
            <a:ext cx="1000897" cy="273287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Preview PNG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56EA89FB-F3EC-75CC-2653-6CC82FC5326C}"/>
              </a:ext>
            </a:extLst>
          </p:cNvPr>
          <p:cNvSpPr/>
          <p:nvPr/>
        </p:nvSpPr>
        <p:spPr>
          <a:xfrm>
            <a:off x="3911316" y="6483382"/>
            <a:ext cx="1000897" cy="273287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Binary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3153D59-9407-E3F1-5DE6-829FAF95F2FC}"/>
              </a:ext>
            </a:extLst>
          </p:cNvPr>
          <p:cNvSpPr/>
          <p:nvPr/>
        </p:nvSpPr>
        <p:spPr>
          <a:xfrm>
            <a:off x="5116100" y="6488556"/>
            <a:ext cx="1000897" cy="273287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Metadata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8E470DE-4BAD-FED6-58E9-258060402200}"/>
              </a:ext>
            </a:extLst>
          </p:cNvPr>
          <p:cNvSpPr/>
          <p:nvPr/>
        </p:nvSpPr>
        <p:spPr>
          <a:xfrm>
            <a:off x="6320884" y="6483381"/>
            <a:ext cx="1000897" cy="273287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Inspection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3EDFE673-E486-63B5-23F0-B5A2F1D67222}"/>
              </a:ext>
            </a:extLst>
          </p:cNvPr>
          <p:cNvSpPr/>
          <p:nvPr/>
        </p:nvSpPr>
        <p:spPr>
          <a:xfrm>
            <a:off x="11015358" y="6501743"/>
            <a:ext cx="1000897" cy="273287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/>
              <a:t>Save Project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1F1022-8CCD-B8A5-D9DD-43B9BD63C171}"/>
              </a:ext>
            </a:extLst>
          </p:cNvPr>
          <p:cNvSpPr txBox="1"/>
          <p:nvPr/>
        </p:nvSpPr>
        <p:spPr>
          <a:xfrm>
            <a:off x="1880122" y="6501627"/>
            <a:ext cx="8773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Download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8C35E83-86C6-6460-EB6A-554B0E904426}"/>
              </a:ext>
            </a:extLst>
          </p:cNvPr>
          <p:cNvSpPr/>
          <p:nvPr/>
        </p:nvSpPr>
        <p:spPr>
          <a:xfrm>
            <a:off x="4820911" y="3756739"/>
            <a:ext cx="590377" cy="260897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Reset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F44C40-B64E-BE35-5837-61981C380B1D}"/>
              </a:ext>
            </a:extLst>
          </p:cNvPr>
          <p:cNvSpPr txBox="1"/>
          <p:nvPr/>
        </p:nvSpPr>
        <p:spPr>
          <a:xfrm>
            <a:off x="10017777" y="885814"/>
            <a:ext cx="8773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Before/After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712FE4-8E4F-A491-703B-BC7F71F1F66A}"/>
              </a:ext>
            </a:extLst>
          </p:cNvPr>
          <p:cNvSpPr txBox="1"/>
          <p:nvPr/>
        </p:nvSpPr>
        <p:spPr>
          <a:xfrm>
            <a:off x="10017777" y="1114069"/>
            <a:ext cx="97223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800" dirty="0"/>
              <a:t>Side by side</a:t>
            </a:r>
          </a:p>
        </p:txBody>
      </p:sp>
      <p:sp>
        <p:nvSpPr>
          <p:cNvPr id="58" name="Triangle 57">
            <a:extLst>
              <a:ext uri="{FF2B5EF4-FFF2-40B4-BE49-F238E27FC236}">
                <a16:creationId xmlns:a16="http://schemas.microsoft.com/office/drawing/2014/main" id="{B3F0CE00-179D-9728-17FC-5A4B4E716A08}"/>
              </a:ext>
            </a:extLst>
          </p:cNvPr>
          <p:cNvSpPr/>
          <p:nvPr/>
        </p:nvSpPr>
        <p:spPr>
          <a:xfrm flipV="1">
            <a:off x="10755145" y="1164880"/>
            <a:ext cx="202574" cy="9877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D2E09B-21B4-89AB-066A-77E0F8D36C55}"/>
              </a:ext>
            </a:extLst>
          </p:cNvPr>
          <p:cNvSpPr txBox="1"/>
          <p:nvPr/>
        </p:nvSpPr>
        <p:spPr>
          <a:xfrm>
            <a:off x="10017777" y="1471512"/>
            <a:ext cx="8773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Border Color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9EE914C-9DCC-8055-C8C8-A73C6239A68C}"/>
              </a:ext>
            </a:extLst>
          </p:cNvPr>
          <p:cNvSpPr txBox="1"/>
          <p:nvPr/>
        </p:nvSpPr>
        <p:spPr>
          <a:xfrm>
            <a:off x="10017777" y="1699767"/>
            <a:ext cx="972238" cy="2154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800" dirty="0"/>
              <a:t>Black</a:t>
            </a:r>
          </a:p>
        </p:txBody>
      </p:sp>
      <p:sp>
        <p:nvSpPr>
          <p:cNvPr id="61" name="Triangle 60">
            <a:extLst>
              <a:ext uri="{FF2B5EF4-FFF2-40B4-BE49-F238E27FC236}">
                <a16:creationId xmlns:a16="http://schemas.microsoft.com/office/drawing/2014/main" id="{79C01CD8-B15B-3AB1-16C4-98A34B67D2F2}"/>
              </a:ext>
            </a:extLst>
          </p:cNvPr>
          <p:cNvSpPr/>
          <p:nvPr/>
        </p:nvSpPr>
        <p:spPr>
          <a:xfrm flipV="1">
            <a:off x="10755145" y="1750578"/>
            <a:ext cx="202574" cy="9877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2FBF8D8-AAC9-B467-6228-3D506EB73FD4}"/>
              </a:ext>
            </a:extLst>
          </p:cNvPr>
          <p:cNvSpPr/>
          <p:nvPr/>
        </p:nvSpPr>
        <p:spPr>
          <a:xfrm>
            <a:off x="10066405" y="2143466"/>
            <a:ext cx="145890" cy="1475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80C01FA-FA55-61B7-96B1-4F078BE2B49C}"/>
              </a:ext>
            </a:extLst>
          </p:cNvPr>
          <p:cNvSpPr/>
          <p:nvPr/>
        </p:nvSpPr>
        <p:spPr>
          <a:xfrm>
            <a:off x="10066405" y="2471791"/>
            <a:ext cx="145890" cy="1475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7CC6198-587A-2069-E64A-EE522D864EA3}"/>
              </a:ext>
            </a:extLst>
          </p:cNvPr>
          <p:cNvSpPr/>
          <p:nvPr/>
        </p:nvSpPr>
        <p:spPr>
          <a:xfrm>
            <a:off x="10066405" y="2800116"/>
            <a:ext cx="145890" cy="1475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4A3443-42BA-2B4B-B67D-0466E42B1695}"/>
              </a:ext>
            </a:extLst>
          </p:cNvPr>
          <p:cNvSpPr txBox="1"/>
          <p:nvPr/>
        </p:nvSpPr>
        <p:spPr>
          <a:xfrm>
            <a:off x="10190686" y="2104133"/>
            <a:ext cx="8773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Sync. Pan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959363-0C42-9FA2-3A49-9247C789687A}"/>
              </a:ext>
            </a:extLst>
          </p:cNvPr>
          <p:cNvSpPr txBox="1"/>
          <p:nvPr/>
        </p:nvSpPr>
        <p:spPr>
          <a:xfrm>
            <a:off x="10190686" y="2425333"/>
            <a:ext cx="8773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Pixel Grid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C8C1CF5-FEC4-F490-9DF6-AB9A9615A6F7}"/>
              </a:ext>
            </a:extLst>
          </p:cNvPr>
          <p:cNvSpPr txBox="1"/>
          <p:nvPr/>
        </p:nvSpPr>
        <p:spPr>
          <a:xfrm>
            <a:off x="10190686" y="2758801"/>
            <a:ext cx="8773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Attribute Grid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10078D7-A966-01C2-3A3B-A8B6F036B595}"/>
              </a:ext>
            </a:extLst>
          </p:cNvPr>
          <p:cNvSpPr/>
          <p:nvPr/>
        </p:nvSpPr>
        <p:spPr>
          <a:xfrm>
            <a:off x="10066405" y="3123540"/>
            <a:ext cx="145890" cy="147588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F750BB-9AD5-5366-60EB-A0C4734C5F7B}"/>
              </a:ext>
            </a:extLst>
          </p:cNvPr>
          <p:cNvSpPr txBox="1"/>
          <p:nvPr/>
        </p:nvSpPr>
        <p:spPr>
          <a:xfrm>
            <a:off x="10190686" y="3082225"/>
            <a:ext cx="87733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Inspection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9C2723-5AD2-A27C-BA36-5BEDD08D6126}"/>
              </a:ext>
            </a:extLst>
          </p:cNvPr>
          <p:cNvSpPr/>
          <p:nvPr/>
        </p:nvSpPr>
        <p:spPr>
          <a:xfrm>
            <a:off x="5635485" y="847160"/>
            <a:ext cx="4344306" cy="334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F399A8-06EB-D678-5F67-A21227EFAFD6}"/>
              </a:ext>
            </a:extLst>
          </p:cNvPr>
          <p:cNvSpPr/>
          <p:nvPr/>
        </p:nvSpPr>
        <p:spPr>
          <a:xfrm>
            <a:off x="11113282" y="743670"/>
            <a:ext cx="948239" cy="35527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Palette selector</a:t>
            </a:r>
          </a:p>
        </p:txBody>
      </p:sp>
    </p:spTree>
    <p:extLst>
      <p:ext uri="{BB962C8B-B14F-4D97-AF65-F5344CB8AC3E}">
        <p14:creationId xmlns:p14="http://schemas.microsoft.com/office/powerpoint/2010/main" val="424669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687372-13CD-92C2-5126-2042121AF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7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D6CC2FE-2673-EAB1-9E3E-A2BB2647A2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1" t="18656" r="73112" b="79124"/>
          <a:stretch>
            <a:fillRect/>
          </a:stretch>
        </p:blipFill>
        <p:spPr>
          <a:xfrm>
            <a:off x="413642" y="1157159"/>
            <a:ext cx="2869659" cy="1459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EE2614-868F-6924-1C8A-EF8DD9B392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592" b="72905"/>
          <a:stretch>
            <a:fillRect/>
          </a:stretch>
        </p:blipFill>
        <p:spPr>
          <a:xfrm>
            <a:off x="0" y="1292915"/>
            <a:ext cx="12192000" cy="2958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517F46-9D73-218E-871C-2BBF15667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217" b="32169"/>
          <a:stretch>
            <a:fillRect/>
          </a:stretch>
        </p:blipFill>
        <p:spPr>
          <a:xfrm>
            <a:off x="0" y="1588744"/>
            <a:ext cx="12192000" cy="26682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86393-B309-1ACB-8F38-1C17C634F7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" t="66952" r="-1250" b="4959"/>
          <a:stretch>
            <a:fillRect/>
          </a:stretch>
        </p:blipFill>
        <p:spPr>
          <a:xfrm>
            <a:off x="152400" y="4403009"/>
            <a:ext cx="12192000" cy="1845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B2CB29-4619-829A-7089-AE59545B5A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208" b="32169"/>
          <a:stretch>
            <a:fillRect/>
          </a:stretch>
        </p:blipFill>
        <p:spPr>
          <a:xfrm>
            <a:off x="0" y="3721099"/>
            <a:ext cx="12192000" cy="69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103</Words>
  <Application>Microsoft Macintosh PowerPoint</Application>
  <PresentationFormat>Widescreen</PresentationFormat>
  <Paragraphs>63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Palenicek, Jan</dc:creator>
  <cp:lastModifiedBy>Palenicek, Jan</cp:lastModifiedBy>
  <cp:revision>4</cp:revision>
  <dcterms:created xsi:type="dcterms:W3CDTF">2026-07-23T20:17:52Z</dcterms:created>
  <dcterms:modified xsi:type="dcterms:W3CDTF">2026-07-31T21:14:08Z</dcterms:modified>
</cp:coreProperties>
</file>